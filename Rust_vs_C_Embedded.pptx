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Rust Over 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6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Embedded Systems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lessons from an STM32F429 EEG drowsiness detection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RTIC 1.x  |  no_std  |  no heap  |  Cortex-M4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768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Safety at Compile Time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Lifetime-checked static DMA buffer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mut EEG_DMA_BUF: [u8; 128]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[0; 128];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buf: &amp;'static mut [u8; 128]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unsafe { &amp;mut *addr_of_mut!(..)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Beta clamped — no div-by-zero possible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beta = if beta_raw.abs() &lt; 1e-3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1e-3 } else { beta_raw };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Equivalent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Who owns this buffer? Who frees it?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eeg_buf[128];  // global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uint8_t* p = eeg_buf;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 can alias, dangle, overflow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Nothing prevents p[200] = 0xFF;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Division by zero is YOUR problem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ratio = alpha / beta;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beta==0 → undefined behaviour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+ lifetimes eliminate use-after-free, double-free, and buffer overflow — at zero runtime cost.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Compiler as Safety Net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— exhaustive match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(self.state, touched)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(Red, _)        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(Green, true)   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(Yellow, true)   =&gt; go_green(),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(Orange, true)   =&gt; go_green(),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(Green, false)   =&gt; go_yellow(),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(Yellow, false) 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(Orange, false) 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miss a case? WON'T COMPILE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— switch / if-else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switch(state)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GREEN: ...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YELLOW: ...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ORANGE: ...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forgot RED — compiles fine!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falls through to default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or worse: no default at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enum variant? </a:t>
            </a:r>
            <a:pPr indent="0" marL="0">
              <a:buNone/>
            </a:pPr>
            <a:r>
              <a:rPr lang="en-US" sz="12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compiler shows every match that needs updating.</a:t>
            </a:r>
            <a:pPr indent="0" marL="0">
              <a:buNone/>
            </a:pPr>
            <a:r>
              <a:rPr lang="en-US" sz="1200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 silently ignores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Concurrency Without Data Races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26517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41148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RTIC — Priority Ceiling Protocol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#[shared]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Shared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alert: AlertState,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deadman: DeadmanSwitch,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ctx.shared.deadman.lock(|d|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d.on_touch_interrupt()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 // deadlock-free by construction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26517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07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— manual critical sections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int deadman_state;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 int alert_level;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globals — any ISR can touch them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__disable_irq();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deadman_state = GREEN;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__enable_irq();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forgot to protect alert_level?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069080"/>
            <a:ext cx="260604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4069080"/>
            <a:ext cx="2606040" cy="54864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at compile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 are explicit in the type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4069080"/>
            <a:ext cx="260604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4069080"/>
            <a:ext cx="2606040" cy="54864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Deadlock-free by math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Ceiling Protocol — proven, not hoped for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4069080"/>
            <a:ext cx="260604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4069080"/>
            <a:ext cx="2606040" cy="54864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4160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volatiles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44805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rejects unprotected shared access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First-Class Testing on the Host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192024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ECE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A2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192024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76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1143000"/>
            <a:ext cx="192024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E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49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conditional compilation separates logic from hardware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#![cfg_attr(not(test), no_std)]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 alert;                         // always compiled — pure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#[cfg(not(test))] mod deadman;     // hardware — skipped on host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#[cfg(not(test))] mod uart;        // hardware — skipped on 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test --target x86_64-pc-windows-msvc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53 tests ... </a:t>
            </a:r>
            <a:pPr indent="0" marL="0">
              <a:buNone/>
            </a:pPr>
            <a:r>
              <a:rPr lang="en-US" sz="10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result: ok. 53 passed; 0 failed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C: testing embedded code typically requires flashing hardware or complex mocking frameworks. No built-in test runner.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Get With 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8229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ECE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7043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Abstractions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179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Enums, pattern matching, iterators — same assembly as hand-written C, but type-safe. No runtime, no GC, no allocator.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64008" cy="8229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A2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1305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Compiler-Enforced Correctness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4780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prevents memory bugs. Exhaustive match prevents missed states. Borrow checker prevents data races. All at compile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17520"/>
            <a:ext cx="64008" cy="8229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9E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0906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Fearless Concurrency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4381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RTIC's Priority Ceiling Protocol is mathematically deadlock-free. Shared resources are declared, not hoped-for-correct with volatile globals.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77640"/>
            <a:ext cx="64008" cy="8229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76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0507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Ecosystem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39826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package manager, test runner, doc generator, and cross-compilation. No Makefiles, no manual dependency management.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 compiles, it works" isn't just a meme — in embedded Rust, it's the engineering model.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768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CE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Zero-Cost Abstractions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Rust compiles to the same machine code as hand-optimized 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— enum + pattern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fn update(&amp;mut self, drowsy: bool)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AlertLevel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drowsy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self.drowsy_count.saturating_add(1);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self.drowsy_count &gt;= 10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self.level = AlertLevel::Alert2;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self.drowsy_count &gt;= 5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self.level = AlertLevel::Alert1;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heap. No vtable. No GC.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Compiles to identical ARM assembly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 a hand-written C if/else chain.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2004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Rust — Option instead of NULL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EEG parser — from eeg_sensor.rs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fn parse(line: &amp;[u8])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Option&lt;EegData&gt;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s = from_utf8(line).ok()?;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rest = s.strip_prefix("E,")?;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alpha = parts.next()?.parse()?;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Some(EegData { alpha, beta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 operator propagates None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null pointer. No sentinel value.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Zero overhead — same as C return -1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abstraction (enums, Option, iterators, closures) compiles away completely. You get safety AND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A2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Compiler-Enforced Correctness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that are runtime surprises in C become compile errors in Rust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 prevents wrong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PowerMode { Low, Full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apply_clock(mode: PowerMode) {..}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 ONLY pass Low or Full.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accidental apply_clock(42).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#define LOW 0 / #define FULL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checker prevents aliasing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5544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buf: &amp;'static mut [u8; 128];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EegSensor::init_dma(buf);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buf is MOVED into init_dma.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Using buf again? COMPILE ERROR.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DMA and CPU can't alias the buffer.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72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Exhaustive match on alert de-escalation — from alert.rs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self.level {                                    // In 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AlertLevel::Alert2 =&gt; self.level = Alert1,        // if (level == 2) level 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AlertLevel::Alert1 =&gt; self.level = None,          // else if (level == 1) level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AlertLevel::None   =&gt; {}                          // else { /* noop */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AlertLevel::Alert3? Rust forces you to handle it here. C won't even warn.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E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Fearless Concurrency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embedded freeze bug — and how Rust's architecture prevents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2194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3657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521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ISR split: fast acknowledge + deferred heavy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EXTI15 ISR — priority 3, runs in ~100 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#[task(binds = EXTI15_10, priority = 3)]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exti15_touch(_ctx: ..)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TouchScreen::clear_exti_pending();  // clear HW flag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handle_touch::spawn().ok();          // defer to priority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handle_touch — priority 1, ~800 us of blocking I2C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#[task(shared = [deadman], capacity = 2)]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handle_touch(mut ctx: ..)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ctx.shared.deadman.lock(|d| d.on_touch_interrupt());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9E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// UART DMA keeps buffering during this — nothing freezes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411480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3566160"/>
            <a:ext cx="54864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can't freeze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EXTI15 (prio 3) exits in 100 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runs at priority 1 — UART can preempt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buffers data independently of CPU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I2C loops have hard 100K-cycle timeouts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566160"/>
            <a:ext cx="411480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566160"/>
            <a:ext cx="54864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equivalent would need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NVIC priority configuration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deferred work queues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+ __disable_irq() discipline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A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nobody breaks the convention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28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76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CA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Cargo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replaces Make, CMake, pkg-config, Unity, and your CI scripts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292608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Cargo.toml — entire build config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[dependencies]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cortex-m-rtic = "1.1.4"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stm32f4xx-hal = { version = "0.21.0",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features = ["stm32f429"]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heapless = "0.8"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rtt-target = "0.5"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[profile.release]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lto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C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opt-level = "s"  # size-optimized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That's it. No Makefile. No CMake.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292608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52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B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toolchain, everything built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build --release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cross-compile to thumbv7em-none-eabihf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test --target x86_64-...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run 53 tests on host — no HW needed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doc --open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auto-generate HTML API docs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A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cargo clippy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982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600+ lint rules — catches bugs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 needs: Make/CMake + pkg-config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776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Unity/CTest + Doxygen + cppcheck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embedded project setup: </a:t>
            </a:r>
            <a:pPr indent="0" marL="0">
              <a:buNone/>
            </a:pPr>
            <a:r>
              <a:rPr lang="en-US" sz="1200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+ linker script + startup.s + syscalls.c + HAL config wizard + manual SVD parsing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08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8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embedded project setup: </a:t>
            </a:r>
            <a:pPr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init + add dependencies to Cargo.toml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Rust Over C for Embedded Systems</dc:title>
  <dc:subject>PptxGenJS Presentation</dc:subject>
  <dc:creator>SubhamBot</dc:creator>
  <cp:lastModifiedBy>SubhamBot</cp:lastModifiedBy>
  <cp:revision>1</cp:revision>
  <dcterms:created xsi:type="dcterms:W3CDTF">2026-04-15T05:30:12Z</dcterms:created>
  <dcterms:modified xsi:type="dcterms:W3CDTF">2026-04-15T05:30:12Z</dcterms:modified>
</cp:coreProperties>
</file>